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19283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067694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2438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24380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8128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8128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1671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3008313" cy="32956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4904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BBA30AC-9E33-4370-B5B0-8BA9EA0A1861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ABBA30AC-9E33-4370-B5B0-8BA9EA0A1861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920x1080px_Slide_FARMAKO-4.jpg">
            <a:extLst>
              <a:ext uri="{FF2B5EF4-FFF2-40B4-BE49-F238E27FC236}">
                <a16:creationId xmlns:a16="http://schemas.microsoft.com/office/drawing/2014/main" id="{D48948B2-3D18-BC9A-8749-A39E420547B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02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58797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0C9FF-9AA7-4DB9-88D6-C44C0A0C41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1920x1080px_Slide_FARMAKO-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544" y="1635646"/>
            <a:ext cx="8204770" cy="2554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l-GR" sz="32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l-GR" b="1" dirty="0"/>
          </a:p>
          <a:p>
            <a:pPr algn="ctr" eaLnBrk="1" hangingPunct="1">
              <a:defRPr/>
            </a:pPr>
            <a:r>
              <a:rPr lang="el-GR" sz="3200" b="1" dirty="0">
                <a:solidFill>
                  <a:schemeClr val="bg1"/>
                </a:solidFill>
              </a:rPr>
              <a:t>ΤΙΤΛΟΣ</a:t>
            </a:r>
            <a:endParaRPr lang="en-US" sz="2800" b="1" dirty="0">
              <a:solidFill>
                <a:schemeClr val="bg1"/>
              </a:solidFill>
            </a:endParaRPr>
          </a:p>
          <a:p>
            <a:pPr algn="ctr" eaLnBrk="1" hangingPunct="1">
              <a:defRPr/>
            </a:pPr>
            <a:endParaRPr lang="el-GR" sz="2800" b="1" dirty="0">
              <a:solidFill>
                <a:schemeClr val="bg1"/>
              </a:solidFill>
            </a:endParaRPr>
          </a:p>
          <a:p>
            <a:pPr algn="ctr" eaLnBrk="1" hangingPunct="1">
              <a:defRPr/>
            </a:pPr>
            <a:r>
              <a:rPr lang="el-GR" sz="2400" b="1" dirty="0">
                <a:solidFill>
                  <a:schemeClr val="bg1"/>
                </a:solidFill>
              </a:rPr>
              <a:t>ΟΝΟΜΑΤΕΠΩΝΥΜΟ ΟΜΙΛΗΤΗ</a:t>
            </a:r>
            <a:endParaRPr lang="el-GR" sz="2400" dirty="0">
              <a:solidFill>
                <a:schemeClr val="bg1"/>
              </a:solidFill>
            </a:endParaRPr>
          </a:p>
          <a:p>
            <a:pPr algn="ctr" eaLnBrk="1" hangingPunct="1">
              <a:defRPr/>
            </a:pPr>
            <a:endParaRPr lang="el-GR" sz="2400" dirty="0"/>
          </a:p>
          <a:p>
            <a:pPr algn="ctr" eaLnBrk="1" hangingPunct="1">
              <a:defRPr/>
            </a:pPr>
            <a:endParaRPr lang="en-US" sz="2000" dirty="0">
              <a:latin typeface="Arial Rounded MT Bold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976E9-68A9-1668-16D0-8B4DDE7344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CA76E-421D-7C5D-175A-DE907AFFA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8D3E4-5BDA-A50C-1F96-501A475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316416" y="4515966"/>
            <a:ext cx="395287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ctr"/>
            <a:fld id="{8085A16C-FBE9-4D9D-9B16-E6845FBEBC5A}" type="slidenum">
              <a:rPr lang="el-GR" altLang="en-US" sz="1400" smtClean="0">
                <a:solidFill>
                  <a:schemeClr val="bg1"/>
                </a:solidFill>
              </a:rPr>
              <a:pPr algn="ctr"/>
              <a:t>2</a:t>
            </a:fld>
            <a:endParaRPr lang="el-G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865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8316416" y="4515966"/>
            <a:ext cx="395287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ctr"/>
            <a:fld id="{8085A16C-FBE9-4D9D-9B16-E6845FBEBC5A}" type="slidenum">
              <a:rPr lang="el-GR" altLang="en-US" sz="1400" smtClean="0">
                <a:solidFill>
                  <a:schemeClr val="bg1"/>
                </a:solidFill>
              </a:rPr>
              <a:pPr algn="ctr"/>
              <a:t>3</a:t>
            </a:fld>
            <a:endParaRPr lang="el-GR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F31AE-4E7C-72C4-BC3B-01D38A5E3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93B7-B22C-E043-8A1E-99BC4AF6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465A2-4069-6833-F20A-4C85D740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316416" y="4515966"/>
            <a:ext cx="395287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 algn="ctr"/>
            <a:fld id="{8085A16C-FBE9-4D9D-9B16-E6845FBEBC5A}" type="slidenum">
              <a:rPr lang="el-GR" altLang="en-US" sz="1400" smtClean="0">
                <a:solidFill>
                  <a:schemeClr val="bg1"/>
                </a:solidFill>
              </a:rPr>
              <a:pPr algn="ctr"/>
              <a:t>4</a:t>
            </a:fld>
            <a:endParaRPr lang="el-G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324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7</Words>
  <Application>Microsoft Office PowerPoint</Application>
  <PresentationFormat>On-screen Show (16:9)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Emily</dc:creator>
  <cp:lastModifiedBy>Fanny Mavroidi</cp:lastModifiedBy>
  <cp:revision>8</cp:revision>
  <dcterms:created xsi:type="dcterms:W3CDTF">2021-04-09T07:35:41Z</dcterms:created>
  <dcterms:modified xsi:type="dcterms:W3CDTF">2026-09-16T12:47:19Z</dcterms:modified>
</cp:coreProperties>
</file>